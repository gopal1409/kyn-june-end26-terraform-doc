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EAD4"/>
                </a:solidFill>
              </a:rPr>
              <a:t>Terraform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Input &amp; Output</a:t>
            </a:r>
            <a:endParaRPr lang="en-US" sz="5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Variables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Parameterize and expose data in your Terraform configurations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Platform Engineering  ·  Infrastructure as Code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What Are Terraform Variables?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11430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Input Variables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Pass values INTO a Terraform module or root configuration at runtime. Make configs reusable and flexible.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9601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143000"/>
            <a:ext cx="640080" cy="64008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Local Values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4231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Compute intermediate values inside a module. Not settable externally — internal aliases only.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23760" y="114300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Output Variables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4231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Expose values FROM a module to the caller or display important resource attributes after apply.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This deck focuses on Input Variables and Output Variables — the primary interface between configs and modules.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Input Variables — Syntax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4937760" cy="3977640"/>
          </a:xfrm>
          <a:prstGeom prst="roundRect">
            <a:avLst>
              <a:gd name="adj" fmla="val 275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# variables.tf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45720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"instance_type"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"EC2 instance type"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</a:t>
            </a:r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= </a:t>
            </a:r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"t3.micro"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contains(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["t3.micro","t3.small"],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.instance_type)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error_message</a:t>
            </a:r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"Use t3.micro/small"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49240" y="1618488"/>
            <a:ext cx="457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6440" y="1508760"/>
            <a:ext cx="2834640" cy="292608"/>
          </a:xfrm>
          <a:prstGeom prst="roundRect">
            <a:avLst>
              <a:gd name="adj" fmla="val 18750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0" y="1508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Required name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49240" y="1984248"/>
            <a:ext cx="457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1874520"/>
            <a:ext cx="2834640" cy="292608"/>
          </a:xfrm>
          <a:prstGeom prst="roundRect">
            <a:avLst>
              <a:gd name="adj" fmla="val 18750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8745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Human-readable description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49240" y="2350008"/>
            <a:ext cx="457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2240280"/>
            <a:ext cx="2834640" cy="292608"/>
          </a:xfrm>
          <a:prstGeom prst="roundRect">
            <a:avLst>
              <a:gd name="adj" fmla="val 18750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2240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Type constraint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49240" y="2715768"/>
            <a:ext cx="457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6440" y="2606040"/>
            <a:ext cx="2834640" cy="292608"/>
          </a:xfrm>
          <a:prstGeom prst="roundRect">
            <a:avLst>
              <a:gd name="adj" fmla="val 18750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2606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Optional default value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49240" y="3081528"/>
            <a:ext cx="457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06440" y="2971800"/>
            <a:ext cx="2834640" cy="292608"/>
          </a:xfrm>
          <a:prstGeom prst="roundRect">
            <a:avLst>
              <a:gd name="adj" fmla="val 1875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971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Custom validation block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Input Variable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21208" y="106984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10698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14356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sequence of characters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21208" y="1828800"/>
            <a:ext cx="2514600" cy="777240"/>
          </a:xfrm>
          <a:prstGeom prst="roundRect">
            <a:avLst>
              <a:gd name="adj" fmla="val 823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5623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= "us-east-1"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47288" y="106984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0698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number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47288" y="14356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Integer or float value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47288" y="1828800"/>
            <a:ext cx="2514600" cy="777240"/>
          </a:xfrm>
          <a:prstGeom prst="roundRect">
            <a:avLst>
              <a:gd name="adj" fmla="val 823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85623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= 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63640" y="9601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73368" y="106984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0698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bool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73368" y="14356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True or false flag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73368" y="1828800"/>
            <a:ext cx="2514600" cy="777240"/>
          </a:xfrm>
          <a:prstGeom prst="roundRect">
            <a:avLst>
              <a:gd name="adj" fmla="val 823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85623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= true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9718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" y="308152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0815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list(string)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" y="34472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Ordered sequence of values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1208" y="3840480"/>
            <a:ext cx="2514600" cy="777240"/>
          </a:xfrm>
          <a:prstGeom prst="roundRect">
            <a:avLst>
              <a:gd name="adj" fmla="val 823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6791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= ["a","b"]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29718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47288" y="308152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0815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map(string)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47288" y="34472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Key-value pairs (same type)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47288" y="3840480"/>
            <a:ext cx="2514600" cy="777240"/>
          </a:xfrm>
          <a:prstGeom prst="roundRect">
            <a:avLst>
              <a:gd name="adj" fmla="val 823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86791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= {k = "v"}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29718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73368" y="308152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30815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object({...})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73368" y="34472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Structured multi-attribute type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73368" y="3840480"/>
            <a:ext cx="2514600" cy="777240"/>
          </a:xfrm>
          <a:prstGeom prst="roundRect">
            <a:avLst>
              <a:gd name="adj" fmla="val 823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386791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port=number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Ways to Provide Variable Values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347472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3268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400E"/>
                </a:solidFill>
              </a:rPr>
              <a:t>⚡  Precedence (highest → lowest):  -var flag  &gt;  -var-file  &gt;  terraform.tfvars  &gt;  TF_VAR_  env vars  &gt;  default in variable block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156362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terraform.tfvars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3840480" cy="713232"/>
          </a:xfrm>
          <a:prstGeom prst="roundRect">
            <a:avLst>
              <a:gd name="adj" fmla="val 897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933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terraform.tfvars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instance_type = "t3.small"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       = "ap-south-1"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Auto-loaded if file is named terraform.tfvars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55448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76088" y="156362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-var flag (CLI)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965960"/>
            <a:ext cx="3840480" cy="713232"/>
          </a:xfrm>
          <a:prstGeom prst="roundRect">
            <a:avLst>
              <a:gd name="adj" fmla="val 897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9933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-var="instance_type=t3.small"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-var="region=ap-south-1"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Useful for CI/CD pipelines and one-off overrides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2461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383280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78408" y="339242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Environment Variables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3840480" cy="713232"/>
          </a:xfrm>
          <a:prstGeom prst="roundRect">
            <a:avLst>
              <a:gd name="adj" fmla="val 897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22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TF_VAR_instance_type="t3.small"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TF_VAR_region="ap-south-1"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Prefix: TF_VAR_&lt;variable_name&gt;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2461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38328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76088" y="339242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-var-file flag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3794760"/>
            <a:ext cx="3840480" cy="713232"/>
          </a:xfrm>
          <a:prstGeom prst="roundRect">
            <a:avLst>
              <a:gd name="adj" fmla="val 897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8221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-var-file="prod.tfvars"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4572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Load any named .tfvars or .tfvars.json file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Output Variables — Syntax &amp; Purpose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4754880" cy="3429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# outputs.tf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</a:t>
            </a:r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"instance_ip"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</a:t>
            </a:r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"Public IP address"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= </a:t>
            </a:r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.web.public_ip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sensitive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</a:t>
            </a:r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</a:t>
            </a:r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"db_password"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= </a:t>
            </a:r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random_password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.db.result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sensitive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hidden in CLI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49240" y="868680"/>
            <a:ext cx="33832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40680" y="9784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9418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Expose to Caller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2344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Parent modules access child module outputs via module.&lt;name&gt;.&lt;output&gt;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49240" y="1856232"/>
            <a:ext cx="33832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40680" y="1965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192938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Display on Apply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22219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Values printed to CLI after terraform apply completes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49240" y="2843784"/>
            <a:ext cx="33832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80" y="295351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291693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Remote State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3209544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terraform_remote_state data source reads outputs from other state files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49240" y="3831336"/>
            <a:ext cx="33832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40680" y="394106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0" y="390448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Sensitive Flag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4197096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Marks value as secret — redacted in CLI and state diff output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How Variables Flow Between Modules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926080" cy="3749040"/>
          </a:xfrm>
          <a:prstGeom prst="roundRect">
            <a:avLst>
              <a:gd name="adj" fmla="val 468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</a:rPr>
              <a:t>ROOT MODULE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var.region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var.env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tfvars / CLI / env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34E4A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96312"/>
            <a:ext cx="23774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"vpc"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= "./vpc"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var.region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333756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134E4A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401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module.vpc.vpc_id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913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← reading output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46120" y="2011680"/>
            <a:ext cx="7315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8288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inputs →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3520440"/>
            <a:ext cx="731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3375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← outputs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77640" y="960120"/>
            <a:ext cx="4754880" cy="374904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0" y="1051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1B2A"/>
                </a:solidFill>
              </a:rPr>
              <a:t>CHILD MODULE  (./vpc)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1481328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5087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variables.tf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06240" y="17830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"region"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= 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09360" y="1481328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508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main.tf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"aws_vpc"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 = "10.0.0.0/16"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0" y="2606040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26334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outputs.tf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06240" y="290779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"vpc_id"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aws_vpc.main.id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0" y="36576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terraform.tfstate stores all outputs for cross-module or remote-state access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Validation &amp; Sensitive Variables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86968"/>
            <a:ext cx="416052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978408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784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Enforce rules at plan time — catches errors before apply.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55648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374904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"env"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validation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 = </a:t>
            </a:r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contains(
</a:t>
            </a:r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["dev","stg","prod"],
</a:t>
            </a:r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.env)
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error_message = </a:t>
            </a:r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"dev|stg|prod only"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86968"/>
            <a:ext cx="397764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78408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7840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sensitive = true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0" y="13533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Redacts value in CLI output, plan, and apply logs.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755648"/>
            <a:ext cx="3749040" cy="169164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828800"/>
            <a:ext cx="35661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</a:t>
            </a:r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"db_pass"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= </a:t>
            </a:r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
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sensitive =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 output shows: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db_pass = </a:t>
            </a:r>
            <a:pPr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(sensitive value)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730752"/>
            <a:ext cx="8321040" cy="1143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67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Best Practices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09651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✔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Always add description to variables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409651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✔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Use validation for allowed values/ranges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409651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✔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Mark passwords, tokens &amp; keys as sensitive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409651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✔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Group variables logically in variables.tf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Practical Example — Reusable VPC Module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86968"/>
            <a:ext cx="4160520" cy="2880360"/>
          </a:xfrm>
          <a:prstGeom prst="roundRect">
            <a:avLst>
              <a:gd name="adj" fmla="val 317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📄  variables.tf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3886200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"vpc_cidr"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"VPC CIDR block"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= 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    = "10.0.0.0/16"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"enable_dns"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"Enable DNS hostnames"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= bool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    =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63440" y="886968"/>
            <a:ext cx="4069080" cy="2880360"/>
          </a:xfrm>
          <a:prstGeom prst="roundRect">
            <a:avLst>
              <a:gd name="adj" fmla="val 317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960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📄  outputs.tf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00600" y="1261872"/>
            <a:ext cx="3840480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"vpc_id"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"The VPC ID"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= aws_vpc.main.id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"vpc_cidr"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"CIDR of the VPC"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= aws_vpc.main.cidr_block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044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📄  root main.tf — calling the module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17880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"vpc" { source = "./modules/vpc"  vpc_cidr = "192.168.0.0/16"  enable_dns = false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"aws_subnet" "pub" { vpc_id = module.vpc.vpc_id   cidr_block = "192.168.1.0/24" }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887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50876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Variables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847088"/>
            <a:ext cx="24780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Declared with variable block. Accept string, number, bool, list, map, object types. Set via tfvars, CLI, or env vars.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11887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47288" y="150876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Default Values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47288" y="1847088"/>
            <a:ext cx="24780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Variables with defaults are optional. Without a default, Terraform prompts interactively (or fails in CI without a value).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1887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27648" y="150876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 Blocks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7648" y="1847088"/>
            <a:ext cx="24780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Enforce allowed values at plan time using condition + error_message. Fail fast before any resource is created.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05840" y="306324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31546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474720"/>
            <a:ext cx="3072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 Variables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813048"/>
            <a:ext cx="3072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Declared with output block. Expose resource attributes to callers, CLI, or remote state consumers.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306324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31546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81728" y="3474720"/>
            <a:ext cx="3072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Sensitive Flag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81728" y="3813048"/>
            <a:ext cx="30723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Apply to inputs and outputs containing secrets. Terraform redacts them from logs, plan output, and state diffs.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</a:rPr>
              <a:t>terraform.io/docs/language/values/variables.html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Input &amp; Output Variables</dc:title>
  <dc:subject>PptxGenJS Presentation</dc:subject>
  <dc:creator>Platform Engineering</dc:creator>
  <cp:lastModifiedBy>Platform Engineering</cp:lastModifiedBy>
  <cp:revision>1</cp:revision>
  <dcterms:created xsi:type="dcterms:W3CDTF">2026-06-29T10:02:22Z</dcterms:created>
  <dcterms:modified xsi:type="dcterms:W3CDTF">2026-06-29T10:02:22Z</dcterms:modified>
</cp:coreProperties>
</file>